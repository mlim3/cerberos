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I'm presenting the Aegis DataBus — the central nervous system of Aegis OS.</a:t>
            </a:r>
          </a:p>
          <a:p>
            <a:r>
              <a:t>Every one of the 18 OS components communicates exclusively through this component.</a:t>
            </a:r>
          </a:p>
          <a:p>
            <a:r>
              <a:t>If the DataBus dies, the OS stops. It is first to boot and last to shut down.</a:t>
            </a:r>
          </a:p>
          <a:p>
            <a:r>
              <a:t>I'll walk through what it is, how it works, the design patterns and security model, and show that every EDD requirement has a passing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Aegis OS is an AI-native OS — it schedules and runs autonomous AI agents in microVMs.</a:t>
            </a:r>
          </a:p>
          <a:p>
            <a:r>
              <a:t>18 distinct components handle tasks like routing, planning, memory, vaulting, monitoring.</a:t>
            </a:r>
          </a:p>
          <a:p>
            <a:r>
              <a:t>None of them talk directly to each other — everything goes through the DataBus.</a:t>
            </a:r>
          </a:p>
          <a:p>
            <a:r>
              <a:t>This makes the DataBus a zero-dependency root: it boots first, shuts down last.</a:t>
            </a:r>
          </a:p>
          <a:p>
            <a:r>
              <a:t>A DataBus failure is a P1 system-wide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DataBus is the sole communication channel — no component ever calls another directly.</a:t>
            </a:r>
          </a:p>
          <a:p>
            <a:r>
              <a:t>Built on NATS JetStream which gives us durable, persistent, at-least-once delivery.</a:t>
            </a:r>
          </a:p>
          <a:p>
            <a:r>
              <a:t>Go for the implementation. NKey auth for Zero Trust. Docker for deployment.</a:t>
            </a:r>
          </a:p>
          <a:p>
            <a:r>
              <a:t>The MemoryClient interface allows us to swap between a mock and HTTP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important to understand what the DataBus doesn't do — this keeps it lean and testable.</a:t>
            </a:r>
          </a:p>
          <a:p>
            <a:r>
              <a:t>It routes messages by subject pattern; it doesn't inspect or transform payloads.</a:t>
            </a:r>
          </a:p>
          <a:p>
            <a:r>
              <a:t>It's not a replacement for a database — messages have configurable TTL.</a:t>
            </a:r>
          </a:p>
          <a:p>
            <a:r>
              <a:t>Business logic lives in the components, not in the 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core responsibilities cover the full lifecycle of a message in the system.</a:t>
            </a:r>
          </a:p>
          <a:p>
            <a:r>
              <a:t>Fan-out ensures all subscribers get events. Persistence enables replay after failure.</a:t>
            </a:r>
          </a:p>
          <a:p>
            <a:r>
              <a:t>The Outbox pattern is the key zero-loss guarantee — I'll explain it in depth shortly.</a:t>
            </a:r>
          </a:p>
          <a:p>
            <a:r>
              <a:t>DEGRADED-HOLD is critical: if Memory is down, we switch to MockMemoryClient and keep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streams, each scoping a logical domain of Aegis OS.</a:t>
            </a:r>
          </a:p>
          <a:p>
            <a:r>
              <a:t>Subject patterns use '&gt;' wildcard — e.g. aegis.tasks.&gt; captures all task events.</a:t>
            </a:r>
          </a:p>
          <a:p>
            <a:r>
              <a:t>Three replicas across the cluster give us fault tolerance — any two nodes can fail.</a:t>
            </a:r>
          </a:p>
          <a:p>
            <a:r>
              <a:t>120s dedup window catches double-publishes within the window using the CloudEvents id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messages must be valid CloudEvents 1.0 — this is enforced at every publish call.</a:t>
            </a:r>
          </a:p>
          <a:p>
            <a:r>
              <a:t>The 'id' field is used for 120-second deduplication in JetStream — same id twice is dropped.</a:t>
            </a:r>
          </a:p>
          <a:p>
            <a:r>
              <a:t>correlationid chains events across components for distributed tracing.</a:t>
            </a:r>
          </a:p>
          <a:p>
            <a:r>
              <a:t>Critical: the 'data' field is never logged. Audit logs only store metadata: subject, size, correlationid.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patterns working together to deliver the guarantees in the EDD.</a:t>
            </a:r>
          </a:p>
          <a:p>
            <a:r>
              <a:t>Pub-Sub is the foundation. Outbox is the most important for correctness.</a:t>
            </a:r>
          </a:p>
          <a:p>
            <a:r>
              <a:t>DLQ prevents poison messages from blocking streams.</a:t>
            </a:r>
          </a:p>
          <a:p>
            <a:r>
              <a:t>The Adapter pattern is key for testability — we run tests without the Memory HTTP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decisions that shaped the implementation.</a:t>
            </a:r>
          </a:p>
          <a:p>
            <a:r>
              <a:t>Validation at the boundary means downstream consumers never see malformed messages.</a:t>
            </a:r>
          </a:p>
          <a:p>
            <a:r>
              <a:t>Application-layer ACLs give us subject-level control without complex NATS operator setup.</a:t>
            </a:r>
          </a:p>
          <a:p>
            <a:r>
              <a:t>The fallback pattern means Memory being down doesn't crash the DataBus — critical for HA.</a:t>
            </a:r>
          </a:p>
          <a:p>
            <a:r>
              <a:t>The retry loop on stream setup handles the race where Raft hasn't formed a quorum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defence-in-depth across multiple layers.</a:t>
            </a:r>
          </a:p>
          <a:p>
            <a:r>
              <a:t>Audit logs never contain payload — only metadata. This is SR-DB-005.</a:t>
            </a:r>
          </a:p>
          <a:p>
            <a:r>
              <a:t>ACLs are enforced in the application because NATS auth is connection-level only.</a:t>
            </a:r>
          </a:p>
          <a:p>
            <a:r>
              <a:t>NKeys are Ed25519 keypairs — when OpenBao is running, seeds come from the vault.</a:t>
            </a:r>
          </a:p>
          <a:p>
            <a:r>
              <a:t>In demo mode, seeds come from environment variables — the code path is the same.</a:t>
            </a:r>
          </a:p>
          <a:p>
            <a:r>
              <a:t>TLS 1.3 is available with 'make up-tls' and generated self-signed certs.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 availability at every layer — the cluster, the client, and the dependencies.</a:t>
            </a:r>
          </a:p>
          <a:p>
            <a:r>
              <a:t>3-node Raft gives us N+1 fault tolerance — one node can die without service interruption.</a:t>
            </a:r>
          </a:p>
          <a:p>
            <a:r>
              <a:t>Leader election completes in under 5 seconds — verified by TestFRDB007_ClusterFailover.</a:t>
            </a:r>
          </a:p>
          <a:p>
            <a:r>
              <a:t>The heartbeat on aegis.health.databus is what the Self-Healing Controller watches.</a:t>
            </a:r>
          </a:p>
          <a:p>
            <a:r>
              <a:t>DEGRADED-HOLD is unique: if Memory HTTP is unreachable, we fall back to an in-process mock.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test cases covering every functional and security requirement in the EDD.</a:t>
            </a:r>
          </a:p>
          <a:p>
            <a:r>
              <a:t>TC001 uses a real NATS server — it measures actual round-trip latency.</a:t>
            </a:r>
          </a:p>
          <a:p>
            <a:r>
              <a:t>TC005 is particularly important: it verifies both the DLQ routing AND the ACL denial for non-admin.</a:t>
            </a:r>
          </a:p>
          <a:p>
            <a:r>
              <a:t>The benchmark runs 50K messages and measures P99 latency — verifies NFR-DB-001.</a:t>
            </a:r>
          </a:p>
          <a:p>
            <a:r>
              <a:t>Run with: make test-integration (integration) or make test (all packages).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 uses 6 simulated components that mirror real Aegis OS components.</a:t>
            </a:r>
          </a:p>
          <a:p>
            <a:r>
              <a:t>I/O Layer publishes user actions. Orchestrator uses queue group for horizontal scaling.</a:t>
            </a:r>
          </a:p>
          <a:p>
            <a:r>
              <a:t>Memory uses request-reply — Orchestrator asks for preferences, Memory responds.</a:t>
            </a:r>
          </a:p>
          <a:p>
            <a:r>
              <a:t>Monitoring subscribes to aegis.&gt; wildcard — it sees ALL events across all streams.</a:t>
            </a:r>
          </a:p>
          <a:p>
            <a:r>
              <a:t>The DataBus is the only entity in the middle — everything routes through it.</a:t>
            </a:r>
          </a:p>
          <a:p>
            <a:r>
              <a:t>Run 'make demo-full' for one-command orchestrated demo with Grafana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summarise:</a:t>
            </a:r>
          </a:p>
          <a:p>
            <a:r>
              <a:t>The Aegis DataBus implements the central message transport for all 18 OS components.</a:t>
            </a:r>
          </a:p>
          <a:p>
            <a:r>
              <a:t>Key achievements: zero message loss via Outbox, Zero Trust via NKey/OpenBao, 3-node Raft cluster with &lt; 5s failover, and DEGRADED-HOLD resilience.</a:t>
            </a:r>
          </a:p>
          <a:p>
            <a:r>
              <a:t>Every functional, NFR, and security requirement in the EDD has a passing automated test.</a:t>
            </a:r>
          </a:p>
          <a:p>
            <a:r>
              <a:t>I'm happy to demo any of the 12 demo scenarios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657600"/>
            <a:ext cx="1161288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Aegis DataBus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A500"/>
                </a:solidFill>
              </a:rPr>
              <a:t>Central Message Transport for Aegis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BFC8"/>
                </a:solidFill>
              </a:rPr>
              <a:t>CS-686  ·  March 9, 2026  ·  Meron Shibiru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1417320" cy="548640"/>
          </a:xfrm>
          <a:prstGeom prst="rect">
            <a:avLst/>
          </a:prstGeom>
          <a:solidFill>
            <a:srgbClr val="218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9319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I/O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0552" y="3840480"/>
            <a:ext cx="141732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39319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2464" y="3840480"/>
            <a:ext cx="1417320" cy="5486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4" y="39319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DataBus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94376" y="3840480"/>
            <a:ext cx="141732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096" y="39319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3840480"/>
            <a:ext cx="141732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39319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3840480"/>
            <a:ext cx="141732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93192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3950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EBFC8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3950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EBFC8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950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EBFC8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950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EBFC8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950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EBFC8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EBFC8"/>
                </a:solidFill>
              </a:rPr>
              <a:t>All 18 Aegis OS components route exclusively through the DataBus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</a:rPr>
              <a:t>CS-686 | Aegis DataBus | Meron Shibiru | March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Aegis 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Context: Why the DataBus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▸ AI-Native Operating System for autonomous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▸ Runs agents in isolated microVMs on bare-metal Linux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▸ 18 components — every one depends on the DataBus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83864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▸ DataBus: first to boot, last to shut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4223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▸ If the DataBus dies → the OS stops (Severity-1 incident)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828800"/>
            <a:ext cx="466344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92024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Zero-dependency root
Must start FIRST.
All 18 components wait
for the DataBus to be 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the DataBus?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The ONLY inter-component communication channel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▸ Central nervous system — the ONLY way components communicate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▸ NO direct function calls, NO shared memory, NO REST between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3E50"/>
                </a:solidFill>
              </a:rPr>
              <a:t>▸ Everything goes through publish/subscribe messaging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1124712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358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A500"/>
                </a:solidFill>
              </a:rPr>
              <a:t>Technology Stack:   Go  ·  NATS JetStream 2.10+  ·  MemoryClient Interface  ·  NKey Auth  ·  Docker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3566160" cy="24688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</a:rPr>
              <a:t>Durable Streams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7-day retention
10 GB max
3 replicas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3749039"/>
            <a:ext cx="3566160" cy="24688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840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</a:rPr>
              <a:t>Zero-Loss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434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Outbox pattern
Explicit ACK
Exponential backoff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749039"/>
            <a:ext cx="3566160" cy="24688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840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</a:rPr>
              <a:t>Security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3434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NKey auth
Subject ACLs
TLS 1.3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the DataBus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Explicit design 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20040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NOT an 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642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</a:rPr>
              <a:t>No HTTP routing, no load-balancing 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320040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NOT a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328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</a:rPr>
              <a:t>Messages have TTL; it is not a persistent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320040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NOT a service mesh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015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</a:rPr>
              <a:t>No Istio/Envoy sidecar — messaging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320040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business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2702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</a:rPr>
              <a:t>DataBus does not know what agents do or mean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320040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agent 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1389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</a:rPr>
              <a:t>Agnostic to payload semantics — routes by subject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Core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Six guarantees the DataBus provides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02920" cy="5943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819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1508760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5453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</a:rPr>
              <a:t>Fan-out messages to matching subscribers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Broadcast / wildcard pub-sub (FR-DB-001, FR-DB-005)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13432"/>
            <a:ext cx="502920" cy="5943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865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313432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3500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</a:rPr>
              <a:t>Persist to durable JetStream streams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44144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Survive restarts; replay from any offset (FR-DB-003, FR-DB-008)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18104"/>
            <a:ext cx="502920" cy="5943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912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118104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154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</a:rPr>
              <a:t>Zero message loss — Outbox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2461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Atomic DB write + async relay (FR-DB-011)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22776"/>
            <a:ext cx="502920" cy="5943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959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3922776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9593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</a:rPr>
              <a:t>Enforce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05079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NKey auth + subject-level ACLs (SR-DB-001, SR-DB-006)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27448"/>
            <a:ext cx="502920" cy="5943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00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4727448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7640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</a:rPr>
              <a:t>Health &amp; metrics for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85546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/metrics, /healthz, /varz, /connz, /jsz (Interface 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32120"/>
            <a:ext cx="502920" cy="5943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6052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5532120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56869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</a:rPr>
              <a:t>DEGRADED-HOLD mode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660136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Never crash when dependencies are down — use MockMemoryClient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6 JetStream Streams (Channels)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Domain-scoped durable message logs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28575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9560"/>
            <a:ext cx="27203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3260" y="1508760"/>
            <a:ext cx="28575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4700" y="1559560"/>
            <a:ext cx="27203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Subject 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08760"/>
            <a:ext cx="28575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59560"/>
            <a:ext cx="27203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Publishers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8260" y="1508760"/>
            <a:ext cx="28575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9700" y="1559560"/>
            <a:ext cx="27203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Subscribers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5740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09550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AEGIS_TASKS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23260" y="205740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6412" y="209550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aegis.tasks.&gt;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05740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09550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Task Router, Planner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8260" y="205740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1412" y="209550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Task Planner, Agent Mgr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0604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64414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AEGIS_AGENTS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23260" y="260604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6412" y="264414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aegis.agents.&gt;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60604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264414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Agent Manager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38260" y="260604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1412" y="264414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Self-Healing, Memory Mgr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15468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19278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AEGIS_RUNTIME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23260" y="315468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6412" y="319278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aegis.runtime.&gt;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15468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53912" y="319278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Runtime Abstraction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38260" y="315468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1412" y="319278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Agent Mgr, Monitoring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70332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74142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AEGIS_VAULT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23260" y="370332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6412" y="374142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aegis.vault.&gt;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370332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53912" y="374142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Permission Manager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8260" y="370332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11412" y="374142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Runtime Abstraction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25196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429006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AEGIS_MEMORY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23260" y="425196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6412" y="429006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aegis.memory.&gt;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425196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53912" y="429006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Memory &amp; Context Mgr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8260" y="4251960"/>
            <a:ext cx="28575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11412" y="429006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Self-Healing, Knowledge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80060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483870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AEGIS_MONITORING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23260" y="480060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6412" y="483870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aegis.monitoring.&gt;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480060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53912" y="483870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Monitoring &amp; Observability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38260" y="4800600"/>
            <a:ext cx="28575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11412" y="4838700"/>
            <a:ext cx="27660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All components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Config (all streams):  7-day retention  ·  10 GB max  ·  3 replicas  ·  Explicit ACK  ·  120s dedup window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CloudEvents 1.0 Message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Standard envelope — FR-DB-010 schema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7132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Example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508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7132320" cy="254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583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</a:rPr>
              <a:t>specversion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9583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576"/>
                </a:solidFill>
              </a:rPr>
              <a:t>"1.0"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9583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Fixed — identifies CloudEvents 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23160"/>
            <a:ext cx="7132320" cy="502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612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</a:rPr>
              <a:t>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4612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576"/>
                </a:solidFill>
              </a:rPr>
              <a:t>uuid-v4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4612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Used for deduplication (120s window)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26080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641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</a:rPr>
              <a:t>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9641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576"/>
                </a:solidFill>
              </a:rPr>
              <a:t>"aegis/task-router"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9641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Originating component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29000"/>
            <a:ext cx="7132320" cy="502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671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</a:rPr>
              <a:t>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4671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576"/>
                </a:solidFill>
              </a:rPr>
              <a:t>"aegis.tasks.routed"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4671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Event type — matches NATS subject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700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</a:rPr>
              <a:t>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39700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576"/>
                </a:solidFill>
              </a:rPr>
              <a:t>RFC3339 timestamp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9700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Event creation 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34840"/>
            <a:ext cx="7132320" cy="502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4729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</a:rPr>
              <a:t>correlationid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44729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576"/>
                </a:solidFill>
              </a:rPr>
              <a:t>uuid (trace chain)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4729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Links related events across components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937760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9758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</a:rPr>
              <a:t>datacontenttype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49758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576"/>
                </a:solidFill>
              </a:rPr>
              <a:t>"application/json"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9758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Always JSON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40680"/>
            <a:ext cx="7132320" cy="502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787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</a:rPr>
              <a:t>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4787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576"/>
                </a:solidFill>
              </a:rPr>
              <a:t>{ ... 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4787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Actual payload — never logged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1463040"/>
            <a:ext cx="4023360" cy="320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1554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</a:rPr>
              <a:t>Enforcement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205740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PublishValidated()
▸ PublishWithACL()
▸ PublishAsync()
▸ PublishBatch()
All call envelope.Validate()
before sending to NATS.
Invalid → error returned
+ validation_errors_total++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4846320"/>
            <a:ext cx="402336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9560" y="48920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Security Note
data field is NEVER written
to logs or audit trail
(SR-DB-005)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Design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Proven patterns for reliability and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90472"/>
            <a:ext cx="292608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490472"/>
            <a:ext cx="475488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50876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90472"/>
            <a:ext cx="34747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087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Requirement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93392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993392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993392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695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72"/>
                </a:solidFill>
              </a:rPr>
              <a:t>Publish-Subscribe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06959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Decouple producers from consumers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695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8BC3"/>
                </a:solidFill>
              </a:rPr>
              <a:t>FR-DB-001, FR-DB-005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24912"/>
            <a:ext cx="292608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2724912"/>
            <a:ext cx="475488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2724912"/>
            <a:ext cx="347472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0111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72"/>
                </a:solidFill>
              </a:rPr>
              <a:t>Outbox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80111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Zero-loss guarantee — atomic DB + async relay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011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8BC3"/>
                </a:solidFill>
              </a:rPr>
              <a:t>FR-DB-011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56432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3456432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3456432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5326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72"/>
                </a:solidFill>
              </a:rPr>
              <a:t>Durable Consumer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53263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Survive restarts; resume from last ACK'd seq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326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8BC3"/>
                </a:solidFill>
              </a:rPr>
              <a:t>FR-DB-003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87952"/>
            <a:ext cx="292608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0" y="4187952"/>
            <a:ext cx="475488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4187952"/>
            <a:ext cx="347472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6415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72"/>
                </a:solidFill>
              </a:rPr>
              <a:t>Dead Letter Queue (DLQ)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26415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Isolate failed messages after 5 NAKs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26415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8BC3"/>
                </a:solidFill>
              </a:rPr>
              <a:t>FR-DB-009, SR-DB-006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19472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74720" y="4919472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4919472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995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72"/>
                </a:solidFill>
              </a:rPr>
              <a:t>Queue Groups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499567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Competing consumers — horizontal scaling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99567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8BC3"/>
                </a:solidFill>
              </a:rPr>
              <a:t>FR-DB-004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650992"/>
            <a:ext cx="292608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74720" y="5650992"/>
            <a:ext cx="475488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21040" y="5650992"/>
            <a:ext cx="3474720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7271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72"/>
                </a:solidFill>
              </a:rPr>
              <a:t>Adapter / Dep. Inversion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572719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MemoryClient interface: swap Mock ↔ HTTP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7271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8BC3"/>
                </a:solidFill>
              </a:rPr>
              <a:t>Testability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Why we built it this 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09728" cy="1143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Schema validation at the API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9280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PublishValidated / PublishWithACL enforce CloudEvents.
NATS itself never inspects payloads — validation is our responsibility.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783080"/>
            <a:ext cx="274320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81051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Centralised — one place to add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109728" cy="1143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ACL in application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2724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NATS auth is connection-level (NKey).
Subject-level rules live in pkg/security/acl.go — CheckPublish / CheckSubscribe.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017520"/>
            <a:ext cx="274320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0449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Fine-grained without NATS operator config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4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977640"/>
            <a:ext cx="109728" cy="1143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Fallback to Mock on Memory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6168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FallbackClient wraps HTTP client. On Ping() failure → switches to MockMemoryClient.
DataBus stays up. Outbox uses in-memory mock. DEGRADED-HOLD — never crash.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4251960"/>
            <a:ext cx="274320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427939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Resilience without data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12080"/>
            <a:ext cx="1143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212080"/>
            <a:ext cx="109728" cy="1143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Stream setup with retries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59612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10× retries, 2s delay for 3-node Raft quorum to form.
Prevents race condition at startup where JetStream isn't ready yet.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5486400"/>
            <a:ext cx="274320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55138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Startup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Zero Trust — never trust, always verify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55448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459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SR-DB-005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payload in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920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BFC8"/>
                </a:solidFill>
              </a:rPr>
              <a:t>Audit stores: subject · size · correlationId · traceID only. NEVER payload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04872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404872"/>
            <a:ext cx="155448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54203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SR-DB-006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450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Subject ACLs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163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BFC8"/>
                </a:solidFill>
              </a:rPr>
              <a:t>CheckPublish() / CheckSubscribe() on every call. DLQ admin-only.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00984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155448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43814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SR-DB-001, SR-DB-004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3467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NKey 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71246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BFC8"/>
                </a:solidFill>
              </a:rPr>
              <a:t>Per-component Ed25519 NKey. OpenBao (production) or env var fallback.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97096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197096"/>
            <a:ext cx="155448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334256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SR-DB-002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2428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TLS 1.3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6085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BFC8"/>
                </a:solidFill>
              </a:rPr>
              <a:t>make up-tls — mTLS between all nodes and clients. Plaintext rejected.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93208"/>
            <a:ext cx="11430000" cy="8046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093208"/>
            <a:ext cx="1554480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23036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SR-DB-001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138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Plaintext rejected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046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BFC8"/>
                </a:solidFill>
              </a:rPr>
              <a:t>NKey-enabled NATS drops unauthenticated connections.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High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Designed to survive failures at every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3657600" cy="71323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3-node NATS cluster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508760"/>
            <a:ext cx="7680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66420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Raft consensus · leader election &lt; 5s (FR-DB-007)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3657600" cy="71323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Fallback MemoryClient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331720"/>
            <a:ext cx="7680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48716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DEGRADED-HOLD when Memory service is down — MockMemoryClient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657600" cy="71323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10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Exponential backoff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154680"/>
            <a:ext cx="7680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31012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Stream setup retries · Outbox relay retries — never tight-loop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40"/>
            <a:ext cx="3657600" cy="71323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330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Heartbeat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977640"/>
            <a:ext cx="7680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413308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aegis.health.databus — Self-Healing Controller monitors liveness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00600"/>
            <a:ext cx="3657600" cy="71323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56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Auto-reconnect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4800600"/>
            <a:ext cx="7680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495604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MaxReconnects(-1) · exponential backoff on client disconnect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623560"/>
            <a:ext cx="114300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6692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0A500"/>
                </a:solidFill>
              </a:rPr>
              <a:t>Failure Recovery:  Heartbeat timeout → Raft elects leader &lt; 5s → clients reconnect → replay durable sequences → RecoveryCompleted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 Harness — All Requirements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Every EDD requirement has a passing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90472"/>
            <a:ext cx="38100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41272"/>
            <a:ext cx="3672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 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5760" y="1490472"/>
            <a:ext cx="38100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7200" y="1541272"/>
            <a:ext cx="3672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5760" y="1490472"/>
            <a:ext cx="38100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7200" y="1541272"/>
            <a:ext cx="3672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It Verifies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65960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004060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TC001 / TC001b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5760" y="1965960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8912" y="2004060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60" y="1965960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8912" y="2004060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Pub/sub latency &lt; 5ms P99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41448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479548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TC002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5760" y="2441448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8912" y="2479548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5760" y="2441448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8912" y="2479548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Queue group — each msg delivered to exactly 1 subscriber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16936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2955036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TC003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75760" y="2916936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8912" y="2955036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85760" y="2916936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912" y="2955036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Durable consumer recovery across reconnect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392424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430524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TC004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75760" y="3392424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912" y="3430524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85760" y="3392424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58912" y="3430524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Outbox relay replay after simulated crash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867912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906012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TC005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75760" y="3867912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48912" y="3906012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FR-DB-009, SR-DB-006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85760" y="3867912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8912" y="3906012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DLQ after 5 NAKs; non-admin subscribe denied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343400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381500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TC006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75760" y="4343400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48912" y="4381500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85760" y="4343400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58912" y="4381500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Outbox zero-loss — message delivered on relay start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818888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" y="4856988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FR-DB-002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75760" y="4818888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8912" y="4856988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FR-DB-002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85760" y="4818888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58912" y="4856988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Request-reply — reply within 5s timeout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294376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5332476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FR-DB-006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75760" y="5294376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48912" y="5332476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FR-DB-006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85760" y="5294376"/>
            <a:ext cx="381000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58912" y="5332476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Priority — health subjects before resource subjects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769864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5807964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Benchmark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75760" y="5769864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48912" y="5807964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NFR-DB-001/005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85760" y="5769864"/>
            <a:ext cx="381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58912" y="5807964"/>
            <a:ext cx="371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≥ 50K msg/s throughput; 5ms P99 latency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71016"/>
            <a:ext cx="12188952" cy="558698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 Architecture — 6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A500"/>
                </a:solidFill>
              </a:rPr>
              <a:t>Simulating the full Aegis OS message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EBFC8"/>
                </a:solidFill>
              </a:rPr>
              <a:t>CS-686 | Aegis DataBus | Meron Shibiru | March 9,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783080" cy="1371600"/>
          </a:xfrm>
          <a:prstGeom prst="rect">
            <a:avLst/>
          </a:prstGeom>
          <a:solidFill>
            <a:srgbClr val="218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019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I/O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3172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Publishes user actions
aegis.tasks.submitted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828800"/>
            <a:ext cx="1783080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19019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33172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Task Router + Planner
+ Agent Manager (queue grp)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828800"/>
            <a:ext cx="1783080" cy="1371600"/>
          </a:xfrm>
          <a:prstGeom prst="rect">
            <a:avLst/>
          </a:prstGeom>
          <a:solidFill>
            <a:srgbClr val="17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9019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33172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Context Manager
Request-reply responder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783080" cy="13716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6393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0690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Permission Manager
aegis.vault.&gt;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566160"/>
            <a:ext cx="178308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2032" y="36393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40690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Agent runtime
Completes tasks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566160"/>
            <a:ext cx="1783080" cy="13716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6393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0690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Subscribes aegis.&gt;
(wildcard — all events)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737360"/>
            <a:ext cx="2194560" cy="3291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920240"/>
            <a:ext cx="2011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A500"/>
                </a:solidFill>
              </a:rPr>
              <a:t>DataBus
NATS JetStream
3-node cluster
/metrics  /healthz
/varz  /connz  /jsz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A500"/>
                </a:solidFill>
              </a:rPr>
              <a:t>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A500"/>
                </a:solidFill>
              </a:rPr>
              <a:t>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1737360"/>
            <a:ext cx="329184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A500"/>
                </a:solidFill>
              </a:rPr>
              <a:t>Run the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240280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make up
./bin/aegis-databus &amp;
./bin/aegis-demo
# Or one command:
make demo-full
Grafana:  :3000
NATS UI:  :8222/jsz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161288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Summary &amp;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560320" cy="6217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Central 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6420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DataBus is the ONLY inter-component channel in Aegis 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2560320" cy="6217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Zero-loss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4144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Outbox pattern + durable JetStream = no message loss across crashes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2560320" cy="6217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186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Secure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186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NKey auth + TLS 1.3 + subject ACLs + audit-without-payload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2560320" cy="6217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959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Resilient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995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3-node Raft + DEGRADED-HOLD + exponential backoff everywhere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2560320" cy="6217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73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Fully tested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77316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TC001–TC006, FR-DB-002, FR-DB-006 — every EDD requirement covered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2560320" cy="6217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50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Live demo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55040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Zero Trust, DLQ, cluster failover, outbox, request-reply — all runnable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D6D7E"/>
                </a:solidFill>
              </a:rPr>
              <a:t>Questions?  —  github.com/mlim3/cerberOS  ·  CS-686 | March 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